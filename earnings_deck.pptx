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 Corp — Q3 FY2026 Investor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Q3 FY2026 Adjusted Revenue: $4.60M (non-GAAP, up 26% YoY)</a:t>
            </a:r>
          </a:p>
          <a:p>
            <a:pPr>
              <a:defRPr sz="1400"/>
            </a:pPr>
            <a:r>
              <a:t>Adjusted revenue excludes deferred contract revenue and one-time refunds.</a:t>
            </a:r>
          </a:p>
          <a:p>
            <a:pPr>
              <a:defRPr sz="1200"/>
            </a:pPr>
            <a:r>
              <a:t>See appendix for full GAAP reconciliation.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